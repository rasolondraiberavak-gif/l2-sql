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8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9ECEAB-D2A0-49C0-B885-67E26AFAC993}" type="datetimeFigureOut">
              <a:rPr lang="fr-FR" smtClean="0"/>
              <a:pPr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D977604-8DBC-4687-B3BF-A0FAF9C1E3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SQL LMD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ORDER BY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	La </a:t>
            </a:r>
            <a:r>
              <a:rPr lang="fr-FR" dirty="0" smtClean="0"/>
              <a:t>commande ORDER BY permet de trier les lignes dans un résultat d’une requête SQL. Il est possible de trier </a:t>
            </a:r>
            <a:r>
              <a:rPr lang="fr-FR" dirty="0" smtClean="0"/>
              <a:t>les données </a:t>
            </a:r>
            <a:r>
              <a:rPr lang="fr-FR" dirty="0" smtClean="0"/>
              <a:t>sur une ou plusieurs colonnes, par ordre </a:t>
            </a:r>
            <a:r>
              <a:rPr lang="fr-FR" dirty="0" smtClean="0"/>
              <a:t>ascendant(ASC) </a:t>
            </a:r>
            <a:r>
              <a:rPr lang="fr-FR" dirty="0" smtClean="0"/>
              <a:t>ou </a:t>
            </a:r>
            <a:r>
              <a:rPr lang="fr-FR" dirty="0" smtClean="0"/>
              <a:t>descendant(DESC).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	Une </a:t>
            </a:r>
            <a:r>
              <a:rPr lang="fr-FR" dirty="0" smtClean="0"/>
              <a:t>requête où l’ont souhaite filtrer l’ordre des résultats utilise la commande ORDER BY de la sorte :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4786322"/>
            <a:ext cx="54292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1571604" y="5786454"/>
            <a:ext cx="504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Exemple: SELECT* </a:t>
            </a:r>
            <a:r>
              <a:rPr lang="fr-FR" dirty="0" err="1" smtClean="0"/>
              <a:t>from</a:t>
            </a:r>
            <a:r>
              <a:rPr lang="fr-FR" dirty="0" smtClean="0"/>
              <a:t> prof  </a:t>
            </a:r>
            <a:r>
              <a:rPr lang="fr-FR" dirty="0" err="1" smtClean="0"/>
              <a:t>order</a:t>
            </a:r>
            <a:r>
              <a:rPr lang="fr-FR" dirty="0" smtClean="0"/>
              <a:t> by </a:t>
            </a:r>
            <a:r>
              <a:rPr lang="fr-FR" dirty="0" err="1" smtClean="0"/>
              <a:t>nom_prof</a:t>
            </a:r>
            <a:r>
              <a:rPr lang="fr-FR" dirty="0" smtClean="0"/>
              <a:t> DESC;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Illustration 1 ORDER BY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857364"/>
            <a:ext cx="69151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3786190"/>
            <a:ext cx="54387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4786322"/>
            <a:ext cx="693420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Illustration 2 ORDER BY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857364"/>
            <a:ext cx="69151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3857628"/>
            <a:ext cx="54483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0610" y="4810146"/>
            <a:ext cx="68961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LIMIT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785786" y="1571612"/>
            <a:ext cx="7572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400" dirty="0" smtClean="0"/>
              <a:t> La </a:t>
            </a:r>
            <a:r>
              <a:rPr lang="fr-FR" sz="2400" dirty="0" smtClean="0"/>
              <a:t>clause LIMIT est à utiliser dans une requête SQL pour spécifier le nombre maximum de résultats que l’ont souhaite obtenir. </a:t>
            </a:r>
            <a:endParaRPr lang="fr-FR" sz="2400" dirty="0"/>
          </a:p>
        </p:txBody>
      </p:sp>
      <p:sp>
        <p:nvSpPr>
          <p:cNvPr id="7" name="Rectangle 6"/>
          <p:cNvSpPr/>
          <p:nvPr/>
        </p:nvSpPr>
        <p:spPr>
          <a:xfrm>
            <a:off x="928662" y="2857496"/>
            <a:ext cx="65008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La syntaxe commune aux principales système de gestion de bases de données est la suivante :</a:t>
            </a:r>
            <a:endParaRPr lang="fr-FR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00504"/>
            <a:ext cx="54768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Donner une liste triée par nom (ascendant) de la table client</a:t>
            </a:r>
          </a:p>
          <a:p>
            <a:r>
              <a:rPr lang="fr-FR" dirty="0" smtClean="0"/>
              <a:t>Afficher 3 commandes de mois d’ Avril </a:t>
            </a:r>
          </a:p>
          <a:p>
            <a:r>
              <a:rPr lang="fr-FR" dirty="0" smtClean="0"/>
              <a:t>Afficher une liste de commande triée par date de commande </a:t>
            </a:r>
            <a:r>
              <a:rPr lang="fr-FR" smtClean="0"/>
              <a:t>d’une manière descendante</a:t>
            </a:r>
            <a:endParaRPr lang="fr-FR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174</TotalTime>
  <Words>99</Words>
  <Application>Microsoft Office PowerPoint</Application>
  <PresentationFormat>Affichage à l'écran (4:3)</PresentationFormat>
  <Paragraphs>15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Capitaux</vt:lpstr>
      <vt:lpstr>SQL LMD</vt:lpstr>
      <vt:lpstr>ORDER BY </vt:lpstr>
      <vt:lpstr>Illustration 1 ORDER BY</vt:lpstr>
      <vt:lpstr>Illustration 2 ORDER BY</vt:lpstr>
      <vt:lpstr>LIMIT</vt:lpstr>
      <vt:lpstr>Exercice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LMD</dc:title>
  <dc:creator>EMIT</dc:creator>
  <cp:lastModifiedBy>EMIT</cp:lastModifiedBy>
  <cp:revision>57</cp:revision>
  <dcterms:created xsi:type="dcterms:W3CDTF">2020-05-11T12:51:34Z</dcterms:created>
  <dcterms:modified xsi:type="dcterms:W3CDTF">2020-05-11T16:12:04Z</dcterms:modified>
</cp:coreProperties>
</file>