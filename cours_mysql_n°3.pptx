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80" d="100"/>
          <a:sy n="80" d="100"/>
        </p:scale>
        <p:origin x="-1086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ctangle à coins arrondi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ctangle à coins arrondi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3" name="Espace réservé du contenu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ctangle à coins arrondi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ctangle à coins arrondi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F69ECEAB-D2A0-49C0-B885-67E26AFAC993}" type="datetimeFigureOut">
              <a:rPr lang="fr-FR" smtClean="0"/>
              <a:t>11/05/2020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fr-FR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ED977604-8DBC-4687-B3BF-A0FAF9C1E3F5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SQL LMD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INSERT</a:t>
            </a:r>
            <a:endParaRPr lang="fr-FR" b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57224" y="2286000"/>
            <a:ext cx="7772400" cy="4572000"/>
          </a:xfrm>
        </p:spPr>
        <p:txBody>
          <a:bodyPr/>
          <a:lstStyle/>
          <a:p>
            <a:pPr>
              <a:buNone/>
            </a:pPr>
            <a:r>
              <a:rPr lang="fr-FR" dirty="0" smtClean="0"/>
              <a:t>	</a:t>
            </a:r>
            <a:r>
              <a:rPr lang="fr-FR" dirty="0" smtClean="0"/>
              <a:t>L’insertion </a:t>
            </a:r>
            <a:r>
              <a:rPr lang="fr-FR" dirty="0" smtClean="0"/>
              <a:t>de données dans une table s’effectue à l’aide de la commande INSERT INTO. Cette commande permet au choix d’inclure une seule ligne à la base existante ou plusieurs lignes d’un coup</a:t>
            </a:r>
            <a:r>
              <a:rPr lang="fr-FR" dirty="0" smtClean="0"/>
              <a:t>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INSERT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Insertion d’une ligne à la </a:t>
            </a:r>
            <a:r>
              <a:rPr lang="fr-FR" b="1" dirty="0" smtClean="0"/>
              <a:t>fois</a:t>
            </a:r>
          </a:p>
          <a:p>
            <a:endParaRPr lang="fr-FR" b="1" dirty="0" smtClean="0"/>
          </a:p>
          <a:p>
            <a:pPr>
              <a:buNone/>
            </a:pPr>
            <a:r>
              <a:rPr lang="fr-FR" dirty="0" smtClean="0"/>
              <a:t>	Pour </a:t>
            </a:r>
            <a:r>
              <a:rPr lang="fr-FR" dirty="0" smtClean="0"/>
              <a:t>insérer des données dans une base, il y a 2 syntaxes principales : </a:t>
            </a:r>
            <a:endParaRPr lang="fr-FR" dirty="0" smtClean="0"/>
          </a:p>
          <a:p>
            <a:pPr lvl="1">
              <a:buFont typeface="Wingdings" pitchFamily="2" charset="2"/>
              <a:buChar char="Ø"/>
            </a:pPr>
            <a:r>
              <a:rPr lang="fr-FR" dirty="0" smtClean="0"/>
              <a:t> </a:t>
            </a:r>
            <a:r>
              <a:rPr lang="fr-FR" dirty="0" smtClean="0"/>
              <a:t>Insérer une ligne en indiquant les informations pour chaque colonne existante (en respectant l’ordre) </a:t>
            </a:r>
          </a:p>
          <a:p>
            <a:pPr lvl="1">
              <a:buFont typeface="Wingdings" pitchFamily="2" charset="2"/>
              <a:buChar char="Ø"/>
            </a:pPr>
            <a:endParaRPr lang="fr-FR" dirty="0" smtClean="0"/>
          </a:p>
          <a:p>
            <a:pPr lvl="1">
              <a:buFont typeface="Wingdings" pitchFamily="2" charset="2"/>
              <a:buChar char="Ø"/>
            </a:pPr>
            <a:r>
              <a:rPr lang="fr-FR" dirty="0" smtClean="0"/>
              <a:t>Insérer </a:t>
            </a:r>
            <a:r>
              <a:rPr lang="fr-FR" dirty="0" smtClean="0"/>
              <a:t>une ligne en spécifiant les colonnes que vous souhaiter compléter. Il est possible d’insérer une ligne en renseigner seulement une partie des colonnes 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INSERT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Insérer une ligne en spécifiant toutes les colonnes </a:t>
            </a:r>
            <a:endParaRPr lang="fr-FR" b="1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r>
              <a:rPr lang="fr-FR" dirty="0" smtClean="0"/>
              <a:t>La </a:t>
            </a:r>
            <a:r>
              <a:rPr lang="fr-FR" dirty="0" smtClean="0"/>
              <a:t>syntaxe pour remplir une ligne avec cette méthode est la </a:t>
            </a:r>
            <a:r>
              <a:rPr lang="fr-FR" dirty="0" smtClean="0"/>
              <a:t>suivante </a:t>
            </a:r>
            <a:r>
              <a:rPr lang="fr-FR" dirty="0" smtClean="0"/>
              <a:t>: </a:t>
            </a:r>
            <a:endParaRPr lang="fr-FR" dirty="0" smtClean="0"/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lang="fr-FR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3643314"/>
            <a:ext cx="5410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ZoneTexte 5"/>
          <p:cNvSpPr txBox="1"/>
          <p:nvPr/>
        </p:nvSpPr>
        <p:spPr>
          <a:xfrm>
            <a:off x="1125678" y="4929198"/>
            <a:ext cx="5732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 INSERT INTO prof values(1,’RAKOTO’,’</a:t>
            </a:r>
            <a:r>
              <a:rPr lang="fr-FR" b="1" dirty="0" err="1" smtClean="0"/>
              <a:t>Andry</a:t>
            </a:r>
            <a:r>
              <a:rPr lang="fr-FR" b="1" dirty="0" smtClean="0"/>
              <a:t>’);</a:t>
            </a:r>
            <a:endParaRPr lang="fr-FR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dirty="0" smtClean="0"/>
              <a:t>INSERT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fr-FR" b="1" dirty="0" smtClean="0"/>
              <a:t>Insérer une ligne en spécifiant seulement les </a:t>
            </a:r>
            <a:r>
              <a:rPr lang="fr-FR" b="1" dirty="0" smtClean="0"/>
              <a:t>colonnes souhaitées</a:t>
            </a:r>
          </a:p>
          <a:p>
            <a:pPr>
              <a:buNone/>
            </a:pPr>
            <a:r>
              <a:rPr lang="fr-FR" dirty="0" smtClean="0"/>
              <a:t>	</a:t>
            </a:r>
          </a:p>
          <a:p>
            <a:pPr>
              <a:buNone/>
            </a:pPr>
            <a:r>
              <a:rPr lang="fr-FR" dirty="0" smtClean="0"/>
              <a:t>Cette </a:t>
            </a:r>
            <a:r>
              <a:rPr lang="fr-FR" dirty="0" smtClean="0"/>
              <a:t>deuxième solution est très similaire, excepté qu’il faut indiquer le nom des colonnes avant « VALUES ». La syntaxe est la suivante :</a:t>
            </a:r>
            <a:r>
              <a:rPr lang="fr-FR" b="1" dirty="0" smtClean="0"/>
              <a:t> 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142976" y="5072074"/>
            <a:ext cx="665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 INSERT INTO prof(</a:t>
            </a:r>
            <a:r>
              <a:rPr lang="fr-FR" b="1" dirty="0" err="1" smtClean="0"/>
              <a:t>id_prof</a:t>
            </a:r>
            <a:r>
              <a:rPr lang="fr-FR" b="1" dirty="0" smtClean="0"/>
              <a:t>,</a:t>
            </a:r>
            <a:r>
              <a:rPr lang="fr-FR" b="1" dirty="0" err="1" smtClean="0"/>
              <a:t>nom_prof</a:t>
            </a:r>
            <a:r>
              <a:rPr lang="fr-FR" b="1" dirty="0" smtClean="0"/>
              <a:t>)values(2,’RAVAO’);</a:t>
            </a:r>
            <a:endParaRPr lang="fr-FR" b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4143380"/>
            <a:ext cx="5448300" cy="733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1071538" y="5715016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b="1" dirty="0" smtClean="0"/>
              <a:t>A noter : </a:t>
            </a:r>
            <a:r>
              <a:rPr lang="fr-FR" dirty="0" smtClean="0"/>
              <a:t>il est possible de ne pas renseigner toutes les colonnes. De plus, l’ordre des colonnes n’est pas important.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DELETE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	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dirty="0" smtClean="0"/>
              <a:t>La </a:t>
            </a:r>
            <a:r>
              <a:rPr lang="fr-FR" dirty="0" smtClean="0"/>
              <a:t>commande DELETE en SQL permet de supprimer des lignes dans une table. En utilisant cette commande associé à WHERE il est possible de sélectionner les lignes concernées qui seront supprimées.</a:t>
            </a:r>
            <a:endParaRPr lang="fr-F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DELETE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r>
              <a:rPr lang="fr-FR" dirty="0" smtClean="0"/>
              <a:t>	</a:t>
            </a:r>
          </a:p>
          <a:p>
            <a:pPr>
              <a:buNone/>
            </a:pPr>
            <a:r>
              <a:rPr lang="fr-FR" dirty="0" smtClean="0"/>
              <a:t>	Syntaxe La syntaxe pour supprimer des lignes est la suivante :</a:t>
            </a:r>
            <a:endParaRPr lang="fr-FR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2714620"/>
            <a:ext cx="5429250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ZoneTexte 4"/>
          <p:cNvSpPr txBox="1"/>
          <p:nvPr/>
        </p:nvSpPr>
        <p:spPr>
          <a:xfrm>
            <a:off x="1428728" y="3929066"/>
            <a:ext cx="5037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smtClean="0"/>
              <a:t>Exemple: DELETE FROM prof  WHERE </a:t>
            </a:r>
            <a:r>
              <a:rPr lang="fr-FR" b="1" dirty="0" err="1" smtClean="0"/>
              <a:t>id_prof</a:t>
            </a:r>
            <a:r>
              <a:rPr lang="fr-FR" b="1" dirty="0" smtClean="0"/>
              <a:t>=2; </a:t>
            </a:r>
            <a:endParaRPr lang="fr-FR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UPDATE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algn="just">
              <a:buNone/>
            </a:pPr>
            <a:r>
              <a:rPr lang="fr-FR" dirty="0" smtClean="0"/>
              <a:t>	La </a:t>
            </a:r>
            <a:r>
              <a:rPr lang="fr-FR" dirty="0" smtClean="0"/>
              <a:t>commande UPDATE permet d’effectuer des modifications sur des lignes existantes. Très souvent cette commande est utilisée avec WHERE pour spécifier sur quelles lignes doivent porter la ou les modifications.</a:t>
            </a:r>
            <a:endParaRPr lang="fr-FR" dirty="0"/>
          </a:p>
        </p:txBody>
      </p:sp>
      <p:sp>
        <p:nvSpPr>
          <p:cNvPr id="5" name="ZoneTexte 4"/>
          <p:cNvSpPr txBox="1"/>
          <p:nvPr/>
        </p:nvSpPr>
        <p:spPr>
          <a:xfrm>
            <a:off x="1214414" y="5214950"/>
            <a:ext cx="7429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/>
              <a:t>Exemple: UPDATE prof SET </a:t>
            </a:r>
            <a:r>
              <a:rPr lang="fr-FR" b="1" dirty="0" err="1" smtClean="0"/>
              <a:t>nom_prof</a:t>
            </a:r>
            <a:r>
              <a:rPr lang="fr-FR" b="1" dirty="0" smtClean="0"/>
              <a:t>='RADRIA' ,</a:t>
            </a:r>
            <a:r>
              <a:rPr lang="fr-FR" b="1" dirty="0" err="1" smtClean="0"/>
              <a:t>prenom_prof</a:t>
            </a:r>
            <a:r>
              <a:rPr lang="fr-FR" b="1" dirty="0" smtClean="0"/>
              <a:t>=‘Solo‘ </a:t>
            </a:r>
            <a:r>
              <a:rPr lang="fr-FR" b="1" dirty="0" err="1" smtClean="0"/>
              <a:t>where</a:t>
            </a:r>
            <a:r>
              <a:rPr lang="fr-FR" b="1" dirty="0"/>
              <a:t> </a:t>
            </a:r>
            <a:r>
              <a:rPr lang="fr-FR" b="1" dirty="0" smtClean="0"/>
              <a:t> </a:t>
            </a:r>
            <a:r>
              <a:rPr lang="fr-FR" b="1" dirty="0" err="1" smtClean="0"/>
              <a:t>id_prof</a:t>
            </a:r>
            <a:r>
              <a:rPr lang="fr-FR" b="1" dirty="0" smtClean="0"/>
              <a:t> =1;</a:t>
            </a:r>
            <a:endParaRPr lang="fr-FR" b="1" dirty="0"/>
          </a:p>
        </p:txBody>
      </p:sp>
      <p:sp>
        <p:nvSpPr>
          <p:cNvPr id="6" name="ZoneTexte 5"/>
          <p:cNvSpPr txBox="1"/>
          <p:nvPr/>
        </p:nvSpPr>
        <p:spPr>
          <a:xfrm>
            <a:off x="1142976" y="3429000"/>
            <a:ext cx="6500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Syntaxe La syntaxe basique d’une requête utilisant UPDATE est la suivante :</a:t>
            </a:r>
            <a:endParaRPr lang="fr-FR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852" y="4071942"/>
            <a:ext cx="54483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Exercice2(Suite de l’exercice1):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fr-FR" dirty="0" smtClean="0"/>
              <a:t>Insérer 5 enregistrements chaque table(</a:t>
            </a:r>
            <a:r>
              <a:rPr lang="fr-FR" dirty="0" err="1" smtClean="0"/>
              <a:t>client,commande</a:t>
            </a:r>
            <a:r>
              <a:rPr lang="fr-FR" dirty="0" smtClean="0"/>
              <a:t>,</a:t>
            </a:r>
            <a:r>
              <a:rPr lang="fr-FR" dirty="0" err="1" smtClean="0"/>
              <a:t>produit,condenir</a:t>
            </a:r>
            <a:r>
              <a:rPr lang="fr-FR" dirty="0" smtClean="0"/>
              <a:t>) </a:t>
            </a:r>
          </a:p>
          <a:p>
            <a:pPr>
              <a:buFont typeface="Wingdings" pitchFamily="2" charset="2"/>
              <a:buChar char="§"/>
            </a:pPr>
            <a:r>
              <a:rPr lang="fr-FR" dirty="0" smtClean="0"/>
              <a:t>Effectuer 2 suppressions sur la table contenir et 2 suppressions sur la table client</a:t>
            </a:r>
            <a:endParaRPr lang="fr-FR" dirty="0" smtClean="0"/>
          </a:p>
          <a:p>
            <a:pPr>
              <a:buFont typeface="Wingdings" pitchFamily="2" charset="2"/>
              <a:buChar char="§"/>
            </a:pPr>
            <a:r>
              <a:rPr lang="fr-FR" dirty="0" smtClean="0"/>
              <a:t>Effectuer 3 modifications sur la table produit.</a:t>
            </a:r>
            <a:endParaRPr lang="fr-FR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apitaux">
  <a:themeElements>
    <a:clrScheme name="Capitaux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apitaux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apitaux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33</TotalTime>
  <Words>159</Words>
  <Application>Microsoft Office PowerPoint</Application>
  <PresentationFormat>Affichage à l'écran (4:3)</PresentationFormat>
  <Paragraphs>36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Capitaux</vt:lpstr>
      <vt:lpstr>SQL LMD</vt:lpstr>
      <vt:lpstr>INSERT</vt:lpstr>
      <vt:lpstr>INSERT</vt:lpstr>
      <vt:lpstr>INSERT</vt:lpstr>
      <vt:lpstr>INSERT</vt:lpstr>
      <vt:lpstr>DELETE</vt:lpstr>
      <vt:lpstr>DELETE</vt:lpstr>
      <vt:lpstr>UPDATE</vt:lpstr>
      <vt:lpstr>Exercice2(Suite de l’exercice1):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LMD</dc:title>
  <dc:creator>EMIT</dc:creator>
  <cp:lastModifiedBy>EMIT</cp:lastModifiedBy>
  <cp:revision>9</cp:revision>
  <dcterms:created xsi:type="dcterms:W3CDTF">2020-05-11T12:51:34Z</dcterms:created>
  <dcterms:modified xsi:type="dcterms:W3CDTF">2020-05-11T13:25:27Z</dcterms:modified>
</cp:coreProperties>
</file>