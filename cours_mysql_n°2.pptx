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6FC09-BF34-4641-B410-278C2975C629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9EE5558-610E-4442-8863-154B57D1D8D5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6FC09-BF34-4641-B410-278C2975C629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19EE5558-610E-4442-8863-154B57D1D8D5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6FC09-BF34-4641-B410-278C2975C629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9EE5558-610E-4442-8863-154B57D1D8D5}" type="slidenum">
              <a:rPr lang="fr-FR" smtClean="0"/>
              <a:t>‹N°›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FAB6FC09-BF34-4641-B410-278C2975C629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E5558-610E-4442-8863-154B57D1D8D5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6FC09-BF34-4641-B410-278C2975C629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fr-FR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19EE5558-610E-4442-8863-154B57D1D8D5}" type="slidenum">
              <a:rPr lang="fr-FR" smtClean="0"/>
              <a:t>‹N°›</a:t>
            </a:fld>
            <a:endParaRPr lang="fr-FR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6FC09-BF34-4641-B410-278C2975C629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19EE5558-610E-4442-8863-154B57D1D8D5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6FC09-BF34-4641-B410-278C2975C629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EE5558-610E-4442-8863-154B57D1D8D5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9EE5558-610E-4442-8863-154B57D1D8D5}" type="slidenum">
              <a:rPr lang="fr-FR" smtClean="0"/>
              <a:t>‹N°›</a:t>
            </a:fld>
            <a:endParaRPr lang="fr-FR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6FC09-BF34-4641-B410-278C2975C629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19EE5558-610E-4442-8863-154B57D1D8D5}" type="slidenum">
              <a:rPr lang="fr-FR" smtClean="0"/>
              <a:t>‹N°›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FAB6FC09-BF34-4641-B410-278C2975C629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6FC09-BF34-4641-B410-278C2975C629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E5558-610E-4442-8863-154B57D1D8D5}" type="slidenum">
              <a:rPr lang="fr-FR" smtClean="0"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19EE5558-610E-4442-8863-154B57D1D8D5}" type="slidenum">
              <a:rPr lang="fr-FR" smtClean="0"/>
              <a:t>‹N°›</a:t>
            </a:fld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6FC09-BF34-4641-B410-278C2975C629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FAB6FC09-BF34-4641-B410-278C2975C629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9EE5558-610E-4442-8863-154B57D1D8D5}" type="slidenum">
              <a:rPr lang="fr-FR" smtClean="0"/>
              <a:t>‹N°›</a:t>
            </a:fld>
            <a:endParaRPr lang="fr-FR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UTILISATION MYSQL sous CMD</a:t>
            </a:r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Démarrer le serveur de MySQL</a:t>
            </a:r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2214554"/>
            <a:ext cx="6486525" cy="421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Démarrer le CMD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Démarrer de </a:t>
            </a:r>
            <a:r>
              <a:rPr lang="fr-FR" dirty="0" err="1" smtClean="0"/>
              <a:t>windows</a:t>
            </a:r>
            <a:r>
              <a:rPr lang="fr-FR" dirty="0" smtClean="0"/>
              <a:t>-&gt;taper CMD</a:t>
            </a:r>
            <a:endParaRPr lang="fr-FR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428868"/>
            <a:ext cx="6448425" cy="383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Accéder au MySQL</a:t>
            </a:r>
            <a:endParaRPr lang="fr-F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357430"/>
            <a:ext cx="7072362" cy="35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1000100" y="1643050"/>
            <a:ext cx="7593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fr-FR" dirty="0" smtClean="0"/>
              <a:t> taper la commande cd C:\xampp\mysql\bin si on travaille avec </a:t>
            </a:r>
            <a:r>
              <a:rPr lang="fr-FR" dirty="0" err="1" smtClean="0"/>
              <a:t>Xampp</a:t>
            </a:r>
            <a:endParaRPr 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Se connecter à l’aide de l’user </a:t>
            </a:r>
            <a:r>
              <a:rPr lang="fr-FR" dirty="0" err="1" smtClean="0"/>
              <a:t>root</a:t>
            </a:r>
            <a:endParaRPr lang="fr-F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2786058"/>
            <a:ext cx="6448425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928662" y="1928802"/>
            <a:ext cx="1721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fr-FR" dirty="0" err="1"/>
              <a:t>m</a:t>
            </a:r>
            <a:r>
              <a:rPr lang="fr-FR" dirty="0" err="1" smtClean="0"/>
              <a:t>ysql</a:t>
            </a:r>
            <a:r>
              <a:rPr lang="fr-FR" dirty="0" smtClean="0"/>
              <a:t> –u </a:t>
            </a:r>
            <a:r>
              <a:rPr lang="fr-FR" dirty="0" err="1" smtClean="0"/>
              <a:t>root</a:t>
            </a:r>
            <a:endParaRPr lang="fr-F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Commencer à utiliser le </a:t>
            </a:r>
            <a:r>
              <a:rPr lang="fr-FR" dirty="0" err="1" smtClean="0"/>
              <a:t>sql</a:t>
            </a:r>
            <a:endParaRPr lang="fr-F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3143248"/>
            <a:ext cx="6438900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1142976" y="2071678"/>
            <a:ext cx="5378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fr-FR" dirty="0" smtClean="0"/>
              <a:t>Afficher toutes les BD à l’aide de: show </a:t>
            </a:r>
            <a:r>
              <a:rPr lang="fr-FR" dirty="0" err="1" smtClean="0"/>
              <a:t>databases</a:t>
            </a:r>
            <a:r>
              <a:rPr lang="fr-FR" dirty="0" smtClean="0"/>
              <a:t>;</a:t>
            </a:r>
            <a:endParaRPr lang="fr-F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Créer une nouvelle BD</a:t>
            </a:r>
            <a:endParaRPr lang="fr-F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2285992"/>
            <a:ext cx="6467475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071538" y="1643050"/>
            <a:ext cx="4370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fr-FR" dirty="0" smtClean="0"/>
              <a:t>Créer une BD: </a:t>
            </a:r>
            <a:r>
              <a:rPr lang="fr-FR" dirty="0" err="1" smtClean="0"/>
              <a:t>create</a:t>
            </a:r>
            <a:r>
              <a:rPr lang="fr-FR" dirty="0" smtClean="0"/>
              <a:t> </a:t>
            </a:r>
            <a:r>
              <a:rPr lang="fr-FR" dirty="0" err="1" smtClean="0"/>
              <a:t>database</a:t>
            </a:r>
            <a:r>
              <a:rPr lang="fr-FR" dirty="0" smtClean="0"/>
              <a:t> </a:t>
            </a:r>
            <a:r>
              <a:rPr lang="fr-FR" dirty="0" err="1" smtClean="0"/>
              <a:t>gestnote</a:t>
            </a:r>
            <a:r>
              <a:rPr lang="fr-FR" dirty="0" smtClean="0"/>
              <a:t>;</a:t>
            </a:r>
            <a:endParaRPr lang="fr-F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Verifier</a:t>
            </a:r>
            <a:r>
              <a:rPr lang="fr-FR" dirty="0" smtClean="0"/>
              <a:t> la nouvelle BD</a:t>
            </a:r>
            <a:endParaRPr lang="fr-F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3071810"/>
            <a:ext cx="6448425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785786" y="2071678"/>
            <a:ext cx="3725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fr-FR" dirty="0" smtClean="0"/>
              <a:t>Afficher  les BD: show </a:t>
            </a:r>
            <a:r>
              <a:rPr lang="fr-FR" dirty="0" err="1" smtClean="0"/>
              <a:t>databases</a:t>
            </a:r>
            <a:r>
              <a:rPr lang="fr-FR" dirty="0"/>
              <a:t>;</a:t>
            </a:r>
            <a:r>
              <a:rPr lang="fr-FR" dirty="0" smtClean="0"/>
              <a:t> </a:t>
            </a:r>
            <a:endParaRPr lang="fr-F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Utiliser une BD</a:t>
            </a:r>
            <a:endParaRPr lang="fr-FR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2928934"/>
            <a:ext cx="6457950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ZoneTexte 6"/>
          <p:cNvSpPr txBox="1"/>
          <p:nvPr/>
        </p:nvSpPr>
        <p:spPr>
          <a:xfrm>
            <a:off x="714348" y="2000240"/>
            <a:ext cx="4501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Utiliser une base de données: use </a:t>
            </a:r>
            <a:r>
              <a:rPr lang="fr-FR" dirty="0" err="1" smtClean="0"/>
              <a:t>gestnote</a:t>
            </a:r>
            <a:endParaRPr lang="fr-F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Créer une table</a:t>
            </a:r>
            <a:endParaRPr lang="fr-F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496"/>
            <a:ext cx="8572528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ZoneTexte 5"/>
          <p:cNvSpPr txBox="1"/>
          <p:nvPr/>
        </p:nvSpPr>
        <p:spPr>
          <a:xfrm>
            <a:off x="1142976" y="1714488"/>
            <a:ext cx="5941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Créer une table à partir de </a:t>
            </a:r>
            <a:r>
              <a:rPr lang="fr-FR" dirty="0" err="1" smtClean="0"/>
              <a:t>create</a:t>
            </a:r>
            <a:r>
              <a:rPr lang="fr-FR" dirty="0" smtClean="0"/>
              <a:t> table prof(………………);</a:t>
            </a:r>
            <a:endParaRPr lang="fr-F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Décrire une table</a:t>
            </a:r>
            <a:endParaRPr lang="fr-FR" dirty="0"/>
          </a:p>
        </p:txBody>
      </p:sp>
      <p:pic>
        <p:nvPicPr>
          <p:cNvPr id="4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71604" y="3357562"/>
            <a:ext cx="5553075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928662" y="2071678"/>
            <a:ext cx="6178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fr-FR" dirty="0" smtClean="0"/>
              <a:t>Décrire une table pour vérifier sa structure: </a:t>
            </a:r>
            <a:r>
              <a:rPr lang="fr-FR" dirty="0" err="1" smtClean="0"/>
              <a:t>describe</a:t>
            </a:r>
            <a:r>
              <a:rPr lang="fr-FR" dirty="0" smtClean="0"/>
              <a:t> prof;</a:t>
            </a:r>
            <a:endParaRPr lang="fr-F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Afficher toutes les tables</a:t>
            </a:r>
            <a:endParaRPr lang="fr-FR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571744"/>
            <a:ext cx="5805511" cy="1628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1000100" y="1857364"/>
            <a:ext cx="144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</a:t>
            </a:r>
            <a:r>
              <a:rPr lang="fr-FR" dirty="0" smtClean="0"/>
              <a:t>how tables;</a:t>
            </a:r>
            <a:endParaRPr lang="fr-F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Civil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46</TotalTime>
  <Words>129</Words>
  <Application>Microsoft Office PowerPoint</Application>
  <PresentationFormat>Affichage à l'écran (4:3)</PresentationFormat>
  <Paragraphs>22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Civil</vt:lpstr>
      <vt:lpstr>UTILISATION MYSQL sous CMD</vt:lpstr>
      <vt:lpstr>Démarrer le serveur de MySQL</vt:lpstr>
      <vt:lpstr>Démarrer le CMD</vt:lpstr>
      <vt:lpstr>Accéder au MySQL</vt:lpstr>
      <vt:lpstr>Se connecter à l’aide de l’user root</vt:lpstr>
      <vt:lpstr>Commencer à utiliser le sql</vt:lpstr>
      <vt:lpstr>Créer une nouvelle BD</vt:lpstr>
      <vt:lpstr>Verifier la nouvelle BD</vt:lpstr>
      <vt:lpstr>Utiliser une BD</vt:lpstr>
      <vt:lpstr>Créer une table</vt:lpstr>
      <vt:lpstr>Décrire une table</vt:lpstr>
      <vt:lpstr>Afficher toutes les tables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UTILISATION DE CMD en MYSQL</dc:title>
  <dc:creator>EMIT</dc:creator>
  <cp:lastModifiedBy>EMIT</cp:lastModifiedBy>
  <cp:revision>14</cp:revision>
  <dcterms:created xsi:type="dcterms:W3CDTF">2020-05-11T11:07:07Z</dcterms:created>
  <dcterms:modified xsi:type="dcterms:W3CDTF">2020-05-11T11:53:49Z</dcterms:modified>
</cp:coreProperties>
</file>