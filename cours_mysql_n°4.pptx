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80" d="100"/>
          <a:sy n="80" d="100"/>
        </p:scale>
        <p:origin x="-1086" y="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ectangle à coins arrondis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ectangle à coins arrondis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fr-FR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ectangle à coins arrondis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ectangle à coins arrondis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SQL LMD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SELECT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857224" y="2286000"/>
            <a:ext cx="7772400" cy="4572000"/>
          </a:xfrm>
        </p:spPr>
        <p:txBody>
          <a:bodyPr/>
          <a:lstStyle/>
          <a:p>
            <a:pPr>
              <a:buNone/>
            </a:pPr>
            <a:r>
              <a:rPr lang="fr-FR" dirty="0" smtClean="0"/>
              <a:t>	L’utilisation </a:t>
            </a:r>
            <a:r>
              <a:rPr lang="fr-FR" dirty="0" smtClean="0"/>
              <a:t>la plus courante de SQL consiste à lire des données issues de la base de données. Cela s’effectue grâce à la commande SELECT, qui retourne des enregistrements dans un tableau de résultat. Cette commande peut sélectionner une ou plusieurs colonnes d’une </a:t>
            </a:r>
            <a:r>
              <a:rPr lang="fr-FR" dirty="0" smtClean="0"/>
              <a:t>table.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SELECT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L’utilisation basique de cette commande s’effectue de la manière suivante </a:t>
            </a:r>
            <a:r>
              <a:rPr lang="fr-FR" dirty="0" smtClean="0"/>
              <a:t>:</a:t>
            </a:r>
          </a:p>
          <a:p>
            <a:pPr>
              <a:buNone/>
            </a:pPr>
            <a:endParaRPr lang="fr-FR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2643182"/>
            <a:ext cx="54483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ZoneTexte 5"/>
          <p:cNvSpPr txBox="1"/>
          <p:nvPr/>
        </p:nvSpPr>
        <p:spPr>
          <a:xfrm>
            <a:off x="1357290" y="3714752"/>
            <a:ext cx="4150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Exemple: SELECT </a:t>
            </a:r>
            <a:r>
              <a:rPr lang="fr-FR" b="1" dirty="0" err="1" smtClean="0"/>
              <a:t>nom_prof</a:t>
            </a:r>
            <a:r>
              <a:rPr lang="fr-FR" b="1" dirty="0" smtClean="0"/>
              <a:t> FROM prof;</a:t>
            </a:r>
            <a:endParaRPr lang="fr-FR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SELECT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Obtenir plusieurs colonnes 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1000100" y="2500306"/>
            <a:ext cx="5469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Exemple: SELECT </a:t>
            </a:r>
            <a:r>
              <a:rPr lang="fr-FR" b="1" dirty="0" err="1" smtClean="0"/>
              <a:t>nom_prof,prenom_prof</a:t>
            </a:r>
            <a:r>
              <a:rPr lang="fr-FR" b="1" dirty="0" smtClean="0"/>
              <a:t> FROM prof;</a:t>
            </a:r>
            <a:endParaRPr lang="fr-FR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SELECT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Il est possible de retourner automatiquement toutes les colonnes d’un tableau sans avoir à connaître le nom de toutes les colonnes. Au lieu de lister toutes les colonnes, il faut simplement utiliser le caractère « * » (étoile). 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1500166" y="3571876"/>
            <a:ext cx="3283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Exemple: SELECT *  FROM prof;</a:t>
            </a:r>
            <a:endParaRPr lang="fr-FR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Exercice 3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Afficher le nom de tous les clients</a:t>
            </a:r>
          </a:p>
          <a:p>
            <a:r>
              <a:rPr lang="fr-FR" dirty="0" smtClean="0"/>
              <a:t>Afficher toutes les informations de chaque commande</a:t>
            </a:r>
          </a:p>
          <a:p>
            <a:r>
              <a:rPr lang="fr-FR" dirty="0" smtClean="0"/>
              <a:t>Afficher le nom et le type de tous les produits</a:t>
            </a:r>
          </a:p>
          <a:p>
            <a:r>
              <a:rPr lang="fr-FR" dirty="0" smtClean="0"/>
              <a:t>Afficher le contenu de toutes les commandes</a:t>
            </a:r>
          </a:p>
          <a:p>
            <a:endParaRPr lang="fr-FR" dirty="0" smtClean="0"/>
          </a:p>
          <a:p>
            <a:pPr>
              <a:buNone/>
            </a:pPr>
            <a:endParaRPr lang="fr-FR" dirty="0" smtClean="0"/>
          </a:p>
          <a:p>
            <a:endParaRPr lang="fr-FR" dirty="0" smtClean="0"/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pitaux">
  <a:themeElements>
    <a:clrScheme name="Capitaux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pitaux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apitaux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46</TotalTime>
  <Words>116</Words>
  <Application>Microsoft Office PowerPoint</Application>
  <PresentationFormat>Affichage à l'écran (4:3)</PresentationFormat>
  <Paragraphs>19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Capitaux</vt:lpstr>
      <vt:lpstr>SQL LMD</vt:lpstr>
      <vt:lpstr>SELECT</vt:lpstr>
      <vt:lpstr>SELECT</vt:lpstr>
      <vt:lpstr>SELECT</vt:lpstr>
      <vt:lpstr>SELECT</vt:lpstr>
      <vt:lpstr>Exercice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LMD</dc:title>
  <dc:creator>EMIT</dc:creator>
  <cp:lastModifiedBy>EMIT</cp:lastModifiedBy>
  <cp:revision>18</cp:revision>
  <dcterms:created xsi:type="dcterms:W3CDTF">2020-05-11T12:51:34Z</dcterms:created>
  <dcterms:modified xsi:type="dcterms:W3CDTF">2020-05-11T13:39:28Z</dcterms:modified>
</cp:coreProperties>
</file>