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8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4A0CC-D50E-42E3-B04F-B1E6D7741E1F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6E675-F6B4-4AA3-B21E-0CE37AD15F74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6E675-F6B4-4AA3-B21E-0CE37AD15F74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6E675-F6B4-4AA3-B21E-0CE37AD15F7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SQL LMD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UNION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785786" y="2071678"/>
            <a:ext cx="77153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 commande UNION de SQL permet de mettre bout-à-bout les résultats de plusieurs requêtes utilisant </a:t>
            </a:r>
            <a:r>
              <a:rPr lang="fr-FR" sz="2400" dirty="0" err="1" smtClean="0"/>
              <a:t>elles-même</a:t>
            </a:r>
            <a:r>
              <a:rPr lang="fr-FR" sz="2400" dirty="0" smtClean="0"/>
              <a:t> la commande SELECT. C’est donc une commande qui permet de concaténer les résultats de 2 requêtes ou plus. </a:t>
            </a:r>
            <a:endParaRPr lang="fr-FR" sz="2400" dirty="0" smtClean="0"/>
          </a:p>
          <a:p>
            <a:endParaRPr lang="fr-FR" sz="2400" dirty="0" smtClean="0"/>
          </a:p>
          <a:p>
            <a:r>
              <a:rPr lang="fr-FR" sz="2400" dirty="0" smtClean="0"/>
              <a:t>Pour </a:t>
            </a:r>
            <a:r>
              <a:rPr lang="fr-FR" sz="2400" dirty="0" smtClean="0"/>
              <a:t>l’utiliser il est nécessaire que chacune des requêtes à concaténer retournes le même nombre de colonnes, avec les mêmes types de données et dans le même ordre</a:t>
            </a:r>
            <a:endParaRPr lang="fr-F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UNION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785786" y="2071678"/>
            <a:ext cx="7715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 syntaxe pour unir les résultats de 2 tableaux sans afficher les doublons est la suivante :</a:t>
            </a:r>
            <a:endParaRPr lang="fr-FR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429000"/>
            <a:ext cx="5467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14348" y="4357694"/>
            <a:ext cx="76438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L’union de 2 ensembles A et B est un concept qui consiste à obtenir tous les éléments qui correspondent à la fois à l’ensemble A ou à l’ensemble B.</a:t>
            </a:r>
            <a:endParaRPr lang="fr-FR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84" y="5286388"/>
            <a:ext cx="2032344" cy="1356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214290"/>
            <a:ext cx="2032344" cy="1356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721" y="1428736"/>
            <a:ext cx="692467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6296" y="2928934"/>
            <a:ext cx="68961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4414" y="4386274"/>
            <a:ext cx="54292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5124451"/>
            <a:ext cx="6886575" cy="166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UNION ALL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	La </a:t>
            </a:r>
            <a:r>
              <a:rPr lang="fr-FR" dirty="0" smtClean="0"/>
              <a:t>commande UNION ALL de SQL est très similaire à la commande UNION. Elle permet de concaténer les enregistrements de plusieurs requêtes, à la seule différence que cette commande permet d’inclure tous les enregistrements, même les doublons. Ainsi, si un même enregistrement est présents normalement dans les résultats des 2 requêtes concaténées, alors l’union des 2 avec UNION ALL retournera 2 fois ce même résultat. 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UNION ALL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syntaxe de la requête SQL pour unir les résultats des 2 tables est la suivante : 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000372"/>
            <a:ext cx="54578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UNION ALL- EXEMPLE</a:t>
            </a: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714488"/>
            <a:ext cx="5467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214686"/>
            <a:ext cx="691515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INTERSECT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57224" y="1857364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	La </a:t>
            </a:r>
            <a:r>
              <a:rPr lang="fr-FR" dirty="0" smtClean="0"/>
              <a:t>commande SQL INTERSECT permet d’obtenir l’intersection des résultats de 2 requêtes. Cette commande permet donc de récupérer les enregistrements communs à 2 requêtes. Cela peut s’avérer utile lorsqu’il faut trouver s’il y a des données similaires sur 2 tables distinctes.</a:t>
            </a: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INTERSECT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syntaxe à adopter pour utiliser cette commande est la </a:t>
            </a:r>
            <a:r>
              <a:rPr lang="fr-FR" dirty="0" smtClean="0"/>
              <a:t>suivante :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L’intersection de 2 ensembles A et B correspond aux éléments qui sont présent dans A et dans B, et seulement ceux-là. </a:t>
            </a:r>
          </a:p>
          <a:p>
            <a:pPr>
              <a:buNone/>
            </a:pPr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2571744"/>
            <a:ext cx="54864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4643446"/>
            <a:ext cx="3019419" cy="197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INTERSECT-  Exemple</a:t>
            </a: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1857364"/>
            <a:ext cx="54673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3071810"/>
            <a:ext cx="695325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200</TotalTime>
  <Words>182</Words>
  <Application>Microsoft Office PowerPoint</Application>
  <PresentationFormat>Affichage à l'écran (4:3)</PresentationFormat>
  <Paragraphs>25</Paragraphs>
  <Slides>10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Capitaux</vt:lpstr>
      <vt:lpstr>SQL LMD</vt:lpstr>
      <vt:lpstr>UNION</vt:lpstr>
      <vt:lpstr>UNION</vt:lpstr>
      <vt:lpstr>Exemple</vt:lpstr>
      <vt:lpstr>UNION ALL </vt:lpstr>
      <vt:lpstr>UNION ALL</vt:lpstr>
      <vt:lpstr>UNION ALL- EXEMPLE</vt:lpstr>
      <vt:lpstr>INTERSECT </vt:lpstr>
      <vt:lpstr>INTERSECT</vt:lpstr>
      <vt:lpstr>INTERSECT-  Exemple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LMD</dc:title>
  <dc:creator>EMIT</dc:creator>
  <cp:lastModifiedBy>EMIT</cp:lastModifiedBy>
  <cp:revision>66</cp:revision>
  <dcterms:created xsi:type="dcterms:W3CDTF">2020-05-11T12:51:34Z</dcterms:created>
  <dcterms:modified xsi:type="dcterms:W3CDTF">2020-05-11T16:38:34Z</dcterms:modified>
</cp:coreProperties>
</file>