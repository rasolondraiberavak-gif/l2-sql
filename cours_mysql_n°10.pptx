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14" r:id="rId2"/>
    <p:sldId id="315" r:id="rId3"/>
    <p:sldId id="318" r:id="rId4"/>
    <p:sldId id="319" r:id="rId5"/>
  </p:sldIdLst>
  <p:sldSz cx="9144000" cy="6858000" type="screen4x3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632" autoAdjust="0"/>
    <p:restoredTop sz="94660"/>
  </p:normalViewPr>
  <p:slideViewPr>
    <p:cSldViewPr>
      <p:cViewPr>
        <p:scale>
          <a:sx n="70" d="100"/>
          <a:sy n="70" d="100"/>
        </p:scale>
        <p:origin x="-142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F171C-F34A-4CF9-A9AE-0CAA6F3B8114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2A419-F65C-4A06-A8BE-F839A2F3B91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rect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grpSp>
        <p:nvGrpSpPr>
          <p:cNvPr id="2" name="Groupe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e lib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e lib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e lib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e libre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angle rect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necteur droit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e libre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angle rect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necteur droit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A3F1233-59E0-46E1-92FD-0CD0EE12020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D12B615-4BCE-4109-BEFB-4F419326EA3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Base_de_donn%C3%A9e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Vue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67544" y="1412776"/>
            <a:ext cx="81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vue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dans une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  <a:hlinkClick r:id="rId2" tooltip="Base de données"/>
              </a:rPr>
              <a:t>base de données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est une synthèse d'une requête d'interrogation de la base. On peut la voir comme une table virtuelle, définie par une requête.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552" y="2636912"/>
            <a:ext cx="64293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La syntaxe générale de la commande SQL1 de création de vue est :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CREATE VIEW &lt;NOM DE VUE&gt; [ (LISTE D’ATTRIBUT)]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AS &lt;QUESTION&gt;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[WITH CHECK OPTION] 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552" y="4365104"/>
            <a:ext cx="6912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La suppression d’une vue s’effectue simplement par la commande :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DROP  VIEW &lt;NOM DE VUE&gt;. 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835696" y="54868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Utilisateurs et les privilèges </a:t>
            </a:r>
            <a:endParaRPr lang="fr-FR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14282" y="1500174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La gestion d’utilisateur et les privilèges sont inclus à la tache d’administration d’une base de données. Ceux-ci  permettent l’administrateur de créer les utilisateurs et déterminer leurs droits.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85786" y="2928934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Création d’utilisateur </a:t>
            </a:r>
            <a:endParaRPr lang="fr-F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683568" y="4098558"/>
            <a:ext cx="67687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CREATE USER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 IDENTIFIED BY 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password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5536" y="3491716"/>
            <a:ext cx="6821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Pour créer un utilisateur facilement, on peut utiliser la syntaxe suivante: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83568" y="4787860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Renommer un utilisateur</a:t>
            </a:r>
            <a:endParaRPr lang="fr-F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544" y="5291916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Pour renommer un utilisateur déjà créé, la commande est la suivante.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45593" y="5733256"/>
            <a:ext cx="548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RENAME USER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 TO 'user2'@'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';</a:t>
            </a:r>
            <a:r>
              <a:rPr kumimoji="0" lang="fr-F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55576" y="476672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Changer un mot de passe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51520" y="1124744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changement de mot de passe suit la même logique que pour son attribution lors de la création d’un utilisateur. </a:t>
            </a:r>
            <a:endParaRPr lang="fr-FR" dirty="0"/>
          </a:p>
        </p:txBody>
      </p:sp>
      <p:sp>
        <p:nvSpPr>
          <p:cNvPr id="78849" name="Rectangle 1"/>
          <p:cNvSpPr>
            <a:spLocks noChangeArrowheads="1"/>
          </p:cNvSpPr>
          <p:nvPr/>
        </p:nvSpPr>
        <p:spPr bwMode="auto">
          <a:xfrm>
            <a:off x="539552" y="1988840"/>
            <a:ext cx="777686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SET PASSWORD FOR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 = PASSWORD('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newpassword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');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568" y="2492896"/>
            <a:ext cx="2908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Attribution de privilèges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51520" y="2998693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Comment attribuer des privilèges à un utilisateur dans une base de données?</a:t>
            </a:r>
            <a:endParaRPr lang="fr-FR" dirty="0"/>
          </a:p>
        </p:txBody>
      </p:sp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539552" y="3882534"/>
            <a:ext cx="81018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GRANT SELECT, INSERT, UPDATE, DELETE ON ‘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database</a:t>
            </a:r>
            <a:r>
              <a:rPr lang="fr-FR" sz="1600" dirty="0" smtClean="0">
                <a:latin typeface="Arial Unicode MS" pitchFamily="34" charset="-128"/>
                <a:cs typeface="Arial" pitchFamily="34" charset="0"/>
              </a:rPr>
              <a:t>’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.* TO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528" y="4509120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Pour attribuer tout les droits sur une base de données à un utilisateur, il suffit d’effectuer la requête suivante :</a:t>
            </a:r>
            <a:endParaRPr lang="fr-FR" dirty="0"/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539552" y="5301208"/>
            <a:ext cx="813690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GRANT ALL ON ‘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database</a:t>
            </a:r>
            <a:r>
              <a:rPr lang="fr-FR" sz="1600" dirty="0" smtClean="0">
                <a:latin typeface="Arial Unicode MS" pitchFamily="34" charset="-128"/>
                <a:cs typeface="Arial" pitchFamily="34" charset="0"/>
              </a:rPr>
              <a:t>’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.* TO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548680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/>
              <a:t>Pour que les changements prennent effet, on applique immédiatement les privilèges en tapant la commande suivante:</a:t>
            </a:r>
            <a:endParaRPr lang="fr-FR" dirty="0"/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1043608" y="1340768"/>
            <a:ext cx="417646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FLUSH PRIVILEGES;</a:t>
            </a:r>
            <a:r>
              <a:rPr kumimoji="0" lang="fr-FR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611560" y="2060848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Révocation de privilèges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2636912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Pour révoquer l’ensemble des droits d’un utilisateur, on peut lancer la requêtes suivante.</a:t>
            </a:r>
            <a:endParaRPr lang="fr-FR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611560" y="3429000"/>
            <a:ext cx="792088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REVOKE ALL PRIVILEGES, GRANT OPTION FROM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';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REVOKE DELETE ON database.* FROM 'user'@'</a:t>
            </a:r>
            <a:r>
              <a:rPr lang="fr-FR" sz="1600" dirty="0" err="1" smtClean="0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';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552" y="4437112"/>
            <a:ext cx="2773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Suppression Utilisateur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5536" y="4869160"/>
            <a:ext cx="8352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/>
              <a:t>La suppression d’un utilisateur MySQL dépend de la version de MySQL. A partir de la version 5.0.2, la commande suivante suffit à la suppression de l’utilisateur.</a:t>
            </a:r>
            <a:endParaRPr lang="fr-FR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2339752" y="5780003"/>
            <a:ext cx="31683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DROP USER 'user'@'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localhost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';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otonde">
  <a:themeElements>
    <a:clrScheme name="Rotond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Rotond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Rotond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3754</TotalTime>
  <Words>370</Words>
  <Application>Microsoft Office PowerPoint</Application>
  <PresentationFormat>Affichage à l'écran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Rotonde</vt:lpstr>
      <vt:lpstr>Vue</vt:lpstr>
      <vt:lpstr>Diapositive 2</vt:lpstr>
      <vt:lpstr>Diapositive 3</vt:lpstr>
      <vt:lpstr>Diapositive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BASES DE DONNEES</dc:title>
  <dc:creator>Miharantsoa</dc:creator>
  <cp:lastModifiedBy>EMIT</cp:lastModifiedBy>
  <cp:revision>251</cp:revision>
  <dcterms:created xsi:type="dcterms:W3CDTF">2017-06-24T13:43:16Z</dcterms:created>
  <dcterms:modified xsi:type="dcterms:W3CDTF">2020-05-11T16:44:19Z</dcterms:modified>
</cp:coreProperties>
</file>